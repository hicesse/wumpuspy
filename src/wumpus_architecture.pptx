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technical architecture walkthrough of the Wumpus World autonomous simulation project. Today we will break down every file, class, method, and object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primary design goal was readability and decoupling. If an engineer wants to study A* or logical inference, they only read agent.py without seeing any terminal escape codes or string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the clean import hierarchy: world.py has zero internal project dependencies. agent.py depends only on world constants. ui.py only receives plain dicts. game.py orchestrates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turn strictly follows this 5-stage pipeline. The state of the world cannot be illegally altered by the agent; the agent can only propose an action string, which the Game engine evaluates and executes.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World encapsulation is airtight. Ray-casting allows shooting arrows across multiple empty cells in cardinal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the dumb baseline agent was engineered with visited-state awareness so it doesn't bounce endlessly between (0,0) and (0,1).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KnowledgeBase implements propositional logic inference without external SAT solvers, making it readable and educational for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SmartAgent doesn't just wander; it formulates multi-step action queues to cross the entire explored board safely to reach new frontiers.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Scoring mirrors the classic Russell &amp; Norvig textbook specification with the addition of the arrow victory mechanic.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 logging allows non-interactive grading or artifact extraction: result.txt contains the complete trace of every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8 automated test suites pass cleanly. Notice the benchmark: SmartAgent achieves higher win rates and strictly superior score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concludes the technical architecture overview. The accompanying JSON and Markdown slide files provide an immediate bridge to generate PPTX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TITLE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Wumpus World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334155"/>
                </a:solidFill>
              </a:defRPr>
            </a:pPr>
            <a:r>
              <a:t>Complete Code Architecture, Object-Oriented Design &amp; Agent Intelligence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</a:defRPr>
            </a:pPr>
            <a:r>
              <a:t>•  Autonomous Multi-Agent Wumpus World in Python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</a:defRPr>
            </a:pPr>
            <a:r>
              <a:t>•  Strict Model-View-Controller &amp; Engine Decoupling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</a:defRPr>
            </a:pPr>
            <a:r>
              <a:t>•  Dumb vs Smart (Knowledge Base + A* Search) Agents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</a:defRPr>
            </a:pPr>
            <a:r>
              <a:t>•  Deterministic Deep-Cloned Replayability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ARCHITECTURE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High-Level Architecture &amp; Separation of Concerns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Design Philosophy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Zero-Spaghetti Decoupling: UI logic is strictly isolated from core domain simulation.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Model-View Pattern: Core modules (world.py, agent.py, game.py) return plain data dictionaries.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Strategy Pattern: Agents are swappable via an abstract interface Agent.decide().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Replayability: World.clone() allows testing multiple agents on identical random seeds.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Module Responsibilities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world.py: Grid bounds, hazard placement, percept calculation, ray-casting.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agent.py: Abstract Agent, DumbAgent, KnowledgeBase, A* Pathfinder, SmartAgent.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game.py: Turn resolution loop, action execution, scoring engine.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ui.py: ASCII board rendering, step telemetry, real-time dual file logging.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main.py: Interactive session loop, agent factory, replay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FILE OVERVIEW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File &amp; Component Directory 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Role /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Key Classes &amp;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External Dependencies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world.py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Core Environment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World, turn_left(), turn_right()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random, copy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agent.py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Core AI Strategy /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Agent, DumbAgent, KnowledgeBase, SmartAgent, _astar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world.py, heapq, random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game.py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Core Engine /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Game, scoring constants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world.py, agent.py, ui.py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ui.py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Presentation /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render_grid(), render_step_log(), dual _print()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sys, io, os, world.py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main.py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Application Entry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main(), create_agent()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world, agent, game, ui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Verification &amp; Test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SuppressOutput, 8 comprehensive test suites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pytest / unittest compatible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EXECUTION LIFECYCLE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Turn Resolution Loop (Percept -&gt; Act Cycle)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1. Game calls World.get_percepts(agent.pos) -&gt; generates stench, breeze, glitter, bump, scream flags.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2. Game calls Agent.decide(percepts, world) -&gt; Agent evaluates state &amp; returns (action, thought).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3. Game deducts action cost (-1) &amp; applies kinematics/inventory mutation via Game._apply_action(action).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4. Game invokes ui.render_step_log() &amp; ui.render_grid() with clean data snapshot.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5. Game._check_end_conditions() verifies win/lose/timeout criteria.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ENVIRONMENT DEEP DIVE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world.py — Environment Mechanics &amp;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World.__init__(rows, cols, seed): Deterministic PRNG seed ensures reproducible layouts.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Agent Start: Always fixed at (0, 0) facing EAST (cell (0, 0) is guaranteed hazard-free).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Procedural Hazards: 1 Wumpus, 1 Gold, and scaled Pits: max(1, (rows * cols * 3) // 16).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World.get_percepts(): Checks orthogonal neighbors for living Wumpus (stench) or Pits (breeze); detects Gold on current cell (glitter).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World.resolve_arrow(from_pos, dir): Performs 1D ray-casting until hitting a boundary wall or Wumpus. Kills Wumpus upon direct impact.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World.clone(): Uses copy.deepcopy to snapshot exact layouts for replay comparisons.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AGENT ARCHITECTURE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agent.py — Base Agent &amp; DumbAgent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Class Agent (Abstract Base)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Inherits from abc.ABC with required @abstractmethod decide(percepts, world).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Tracks state: pos (r, c), direction (0-3), has_arrow, has_gold, is_alive.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Maintains visited set of tiles to avoid redundant work.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Encapsulates kinematic methods: do_turn_left(), do_turn_right(), get_forward_pos().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Class DumbAgent (Loop-Safe Wanderer)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Solves the infinite 2-tile ping-pong defect of standard random agents.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Rule 1: If glitter perceived -&gt; immediately returns GRAB.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Rule 2: Checks all 4 directions; strongly prioritizes unvisited neighbors.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Rule 3: If all adjacent tiles have been visited, executes a randomized rotation/movement escape maneuver.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INFERENCE ENGINE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agent.py — KnowledgeBase Deductive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State Matrix: Tracks per-tile knowledge: UNKNOWN, SAFE, VISITED, POSSIBLE_PIT, POSSIBLE_WUMPUS, POSSIBLE_DANGER, CONFIRMED_PIT, CONFIRMED_WUMPUS.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Zero-Hazard Deduction: If a visited cell has NO stench and NO breeze, all orthogonal neighbors are guaranteed 100% SAFE.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Single-Candidate Elimination: If a stench or breeze is felt, and all candidate neighbors except one are proven safe, the remaining candidate is marked CONFIRMED.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Scream Resonance: Hearing a scream clears all Wumpus danger flags across the entire grid.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Iterative Propagation: _deduce() runs in a fixed-point loop until no further logical facts can be derived.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PATHFINDING &amp; PLANNING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agent.py — SmartAgent &amp; A* Path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A* Pathfinder (_astar)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Computes optimal paths through known-safe tiles using heapq.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Manhattan distance heuristic: h(n) = |r1 - r2| + |c1 - c2|.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Dynamic walkable callback: agent queries self.kb.is_safe(p) to avoid hazardous tiles.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Path-to-Action translation: _plan_path_actions converts coordinate path into minimal turns and moves.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Decision Hierarchy in decide()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1. Ingest new percepts &amp; trigger KB deduction.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2. Grab gold immediately if glitter detected.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3. Execute queued action from current plan.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4. Shoot Wumpus if aligned on same row/col.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5. A* navigate to nearest unvisited safe tile.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6. Fallback: calculate risk scores &amp; probe lowest-risk unknown tile.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GAME ENGINE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game.py — Turn Resolution, Rules &amp; Scoring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Action Scoring: Each physical action costs -1 point (step penalization promotes efficiency).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Wasting Arrow Penalty: Missing a shot deducts an additional -10 points.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Victory Bonus: Slaying the Wumpus or grabbing Gold awards +1000 points and ends game.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Catastrophic Penalties: Stepping into a Pit or onto a live Wumpus deducts -1000 points and triggers GAME OVER.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Timeout Guard: Maximum step limit (default 100) prevents infinite deadlocks.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Pure Orchestration: Game._apply_action() enforces world boundaries and validates all agent moves.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PRESENTATION LAYER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ui.py &amp; main.py — Presentation &amp; Session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ui.py (Presentation &amp; Dual Logging)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ASCII/Unicode Table: Renders dynamic box borders, directional agent arrows, and hazard icons.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Fog of War: Unvisited tiles hidden with '?' during play; full reveal on game over.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Dual Output Engine: _print() writes to both terminal and result.txt simultaneously.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Sanitized Menu Prompts: Validates user input with fallback defaults.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main.py (Session Controller)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Interactive CLI: Prompts for grid size and agent mode.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Factory Method: create_agent() instantiates Dumb or Smart agent.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Replay Loop: Allows re-running the exact same generated world using world.clone() to benchmark agents.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Guaranteed Teardown: Uses try...finally to ensure result.txt is cleanly flushed.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VERIFICATION &amp; BENCHMARKS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Verification &amp; Test Suite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Test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Target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Tested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test_world_percepts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world.py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Corner &amp; boundary percepts on deterministic seed 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test_dumb_agent_loop_prevention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agent.py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Ensures DumbAgent visits &gt;2 tiles and halts &lt;100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test_smart_agent_kb_deduction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agent.py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Verifies zero-hazard and breeze deduction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test_smart_agent_astar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agent.py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Optimal pathfinding and wall obstruction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test_replay_consistency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world.py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Independent deep cloning of world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test_full_game_dumb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game.py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20-seed batch run: 100% completion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test_full_game_smart_vs_dumb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game.py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20-seed comparison: SmartAgent outperforms DumbAgent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test_arrow_mechanic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world.py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Ray-cast hit detection and kill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SUMMARY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Clean Architecture: Textbook realization of decoupled simulation, agent reasoning, and presentation.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Academic &amp; Production Ready: Easily extensible with new agents (e.g. Q-Learning, LLM Agent).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Artifact Availability: Full technical summary PDF generated at wumpus_architecture_summary.pdf.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 PPT Conversion: Downstream agents can directly read presentation_deck.json or presentation_slides.md.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